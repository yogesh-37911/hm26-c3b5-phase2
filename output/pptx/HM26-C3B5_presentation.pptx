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91440" cy="30175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996696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92D25"/>
                </a:solidFill>
                <a:latin typeface="Aptos"/>
              </a:defRPr>
            </a:pPr>
            <a:r>
              <a:t>VERIFIABLE PROOF-OF-WORK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192D25"/>
                </a:solidFill>
                <a:latin typeface="Aptos"/>
              </a:defRPr>
            </a:pPr>
            <a:r>
              <a:t>ENGINEERING DISCOVERY &amp; HIRING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36976"/>
            <a:ext cx="9784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t>Proof you can inspect. Skills you can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840480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Team HM26-C3B5  ·  Members: [add names]  ·  Colleges: [add colleges]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389120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5756C"/>
                </a:solidFill>
                <a:latin typeface="Aptos"/>
              </a:defRPr>
            </a:pPr>
            <a:r>
              <a:t>Selected problem · The proof gap in cybersecurity hiring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THE PROOF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6070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92D25"/>
                </a:solidFill>
                <a:latin typeface="Aptos"/>
              </a:defRPr>
            </a:pPr>
            <a:r>
              <a:t>Resumes and certificates show claims. They rarely show reproducible work, sound reasoning, or how a candidate explains a finding.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10835640" cy="173736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9966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A MYSURU HIRING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99669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A local team screens many applicants. A capable candidate without a familiar credential is easy to miss; an inflated claim is hard to verify.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9966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5756C"/>
                </a:solidFill>
                <a:latin typeface="Aptos"/>
              </a:defRPr>
            </a:pPr>
            <a:r>
              <a:t>Candidates lose visibility. Reviewers spend time rechecking. Recruiters lack comparable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WHO IT SERVES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292608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Demonstrates work through a finding, assessment and technical defense. Needs a clear path and low-bandwidth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292608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Checks reproduction evidence, records a decision and scores defense. Human judgment remains authoritative.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24028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743200"/>
            <a:ext cx="292608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Filters evidence-backed profiles and reviews sanitized proof before inviting candidates.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FROM WORK TO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1783080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801368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Candidate completes a section assessment and submits a structured finding.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441448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459736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API scores answers server-side and hashes submitted evidence.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099815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82111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18103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Reviewer reproduces, questions and records a decision.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758184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40480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776472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Verified records inform capability and proof-confidence signals.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4416552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498848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434840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Recruiter inspects sanitized proof and can invite the candidate.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21808"/>
            <a:ext cx="10835640" cy="713232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468112"/>
            <a:ext cx="2194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C56D3E"/>
                </a:solidFill>
                <a:latin typeface="Aptos"/>
              </a:defRPr>
            </a:pPr>
            <a:r>
              <a:t>PRODUCT CAPTURE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5458968"/>
            <a:ext cx="81381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5756C"/>
                </a:solidFill>
                <a:latin typeface="Aptos"/>
              </a:defRPr>
            </a:pPr>
            <a:r>
              <a:t>No genuine screenshots are checked in. Replace this with a capture of the running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4563E"/>
                </a:solidFill>
                <a:latin typeface="Aptos"/>
              </a:defRPr>
            </a:pPr>
            <a:r>
              <a:t>React + TypeScript role workspaces  →  Flask modular API  → 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1343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Candidate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231343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Reviewer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231343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Recruiter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33756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350215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Flask modular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61772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478231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337560"/>
            <a:ext cx="17373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3502152"/>
            <a:ext cx="15910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Audit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617720"/>
            <a:ext cx="17373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782312"/>
            <a:ext cx="15910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Evidence SHA-256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782312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Authorized isolated lab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337560"/>
            <a:ext cx="21488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502152"/>
            <a:ext cx="2002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Managed browser / network allowlist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91640" y="2715768"/>
            <a:ext cx="320040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92040" y="2715768"/>
            <a:ext cx="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92040" y="2715768"/>
            <a:ext cx="320040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92040" y="3904487"/>
            <a:ext cx="0" cy="713233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3621024"/>
            <a:ext cx="2240280" cy="0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06440" y="3749039"/>
            <a:ext cx="2240280" cy="1051561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37360" y="3904487"/>
            <a:ext cx="0" cy="713233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486400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5756C"/>
                </a:solidFill>
                <a:latin typeface="Aptos"/>
              </a:defRPr>
            </a:pPr>
            <a:r>
              <a:t>API records audit events and hashes evidence. Candidate lab UI is synthetic; no isolated target is provisioned.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CONSTRAINTS &amp; HONEST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103327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Evidence integrity · SHA-256 hash and duplicate flag in API  |  PARTIAL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03327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Jurisdiction · No isolated lab provisioned; do not test arbitrary targets  |  NOT 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74136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3327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Priority · Human reviewer controls verification  |  HANDLED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9663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103327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Bad input · API validates assessment shape and finding fields  |  PARTIAL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65192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6"/>
            <a:ext cx="103327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Offline · Local SQLite fallback; no offline sync guarantee  |  PARTIAL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THE KEY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257800" cy="242316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CHOSEN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634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5332C"/>
                </a:solidFill>
                <a:latin typeface="Aptos"/>
              </a:defRPr>
            </a:pPr>
            <a:r>
              <a:t>Deterministic server-side scoring + structured evidence + human reviewer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2423160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10312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C56D3E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51760"/>
            <a:ext cx="46634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5332C"/>
                </a:solidFill>
                <a:latin typeface="Aptos"/>
              </a:defRPr>
            </a:pPr>
            <a:r>
              <a:t>LLM as final grader: faster feedback, but less repeatable and harder to defend on adversarial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09160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92D25"/>
                </a:solidFill>
                <a:latin typeface="Aptos"/>
              </a:defRPr>
            </a:pPr>
            <a:r>
              <a:t>TRADE-OFF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38928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65756C"/>
                </a:solidFill>
                <a:latin typeface="Aptos"/>
              </a:defRPr>
            </a:pPr>
            <a:r>
              <a:t>Human review takes longer and creates a reviewer-capacity bottleneck. The MVP favors explainable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WHAT THE CODE PROVES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75688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API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0320"/>
            <a:ext cx="30632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Assessment answer keys stay server-side; each section score is persisted.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Review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60320"/>
            <a:ext cx="30632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Human reviewer decisions, defense responses and rubric values have API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Discovery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0632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API sanitizes verified proof. Some candidate and recruiter screens still use synthetic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10835640" cy="1188720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352544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56D3E"/>
                </a:solidFill>
                <a:latin typeface="Aptos"/>
              </a:defRPr>
            </a:pPr>
            <a:r>
              <a:t>REAL CAPTURE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09160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5756C"/>
                </a:solidFill>
                <a:latin typeface="Aptos"/>
              </a:defRPr>
            </a:pPr>
            <a:r>
              <a:t>Add 2–3 genuine screenshots: candidate assessment, reviewer decision, recruiter sanitized proof. None are checked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LIMITS &amp;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24563E"/>
                </a:solidFill>
                <a:latin typeface="Aptos"/>
              </a:defRPr>
            </a:pPr>
            <a:r>
              <a:t>50,000 candidates × 4 sections = 200,000 score submissions.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28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80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Over 20 minutes: ~167 requests/second average; deadline bursts are higher.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228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82112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First pressure point: synchronous score + separate audit commits; one configured worker; in-memory rate limit.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95344"/>
            <a:ext cx="228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95344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First change: durable idempotent submission/outbox queue; shared Redis limits; then load-test.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228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08576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Other gaps: synthetic UI data; no isolated labs; no secure file-upload/redaction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NEXT &amp;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1  Connect role pages to authenticated persisted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22576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2  Provision isolated, resettable labs with egress denied.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3  Add shared rate limiting, monitoring and peak-load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29584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AI disclosure: Claude/Gemini assisted development; no runtime LLM makes hiring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10835640" cy="137160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563E"/>
                </a:solidFill>
                <a:latin typeface="Aptos"/>
              </a:defRPr>
            </a:pPr>
            <a:r>
              <a:t>LIVE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718304"/>
            <a:ext cx="8869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563E"/>
                </a:solidFill>
                <a:latin typeface="Aptos"/>
              </a:defRPr>
            </a:pPr>
            <a:r>
              <a:t>https://proofforge-cyber.onrender.com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563E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129784"/>
            <a:ext cx="8869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5332C"/>
                </a:solidFill>
                <a:latin typeface="Aptos"/>
              </a:defRPr>
            </a:pPr>
            <a:r>
              <a:t>github.com/yogesh-37911/HM26-C3B5-Phase2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9875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5756C"/>
                </a:solidFill>
                <a:latin typeface="Aptos"/>
              </a:defRPr>
            </a:pPr>
            <a:r>
              <a:t>Team members / colleges: [add names]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HM26-C3B5 Presentation — FREQUENCY / ProofForge Cyber</dc:title>
  <dc:subject>Verifiable Proof-of-Work Engineering Discovery &amp; Hiring Platform</dc:subject>
  <dc:creator>Team HM26-C3B5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